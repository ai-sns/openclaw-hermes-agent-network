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Market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18288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Coin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Alphabet Inc Class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亚马逊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183.13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467.78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