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of Market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286000" y="1828800"/>
          <a:ext cx="45720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1524000"/>
                <a:gridCol w="1524000"/>
              </a:tblGrid>
              <a:tr h="182880">
                <a:tc>
                  <a:txBody>
                    <a:bodyPr/>
                    <a:lstStyle/>
                    <a:p>
                      <a:r>
                        <a:t>Company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Coin</a:t>
                      </a: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r>
                        <a:t>Alphabet Inc Class 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162.03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USD</a:t>
                      </a: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r>
                        <a:t>亚马逊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USD</a:t>
                      </a: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r>
                        <a:t>Meta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526.76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USD</a:t>
                      </a: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r>
                        <a:t>苹果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221.72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USD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